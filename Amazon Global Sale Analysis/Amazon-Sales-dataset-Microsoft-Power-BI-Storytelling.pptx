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2172454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16d9a9e-6cef-44da-8af9-1b489208264c}">
  <we:reference id="WA200003233" version="2.0.0.3" store="en-US" storeType="OMEX"/>
  <we:alternateReferences/>
  <we:properties>
    <we:property name="Microsoft.Office.CampaignId" value="&quot;none&quot;"/>
    <we:property name="reportUrl" value="&quot;/groups/me/reports/58b702e2-085c-4f6c-8dfc-b48dd90006d7/ReportSection?bookmarkGuid=5dcfbd66-43ea-4f8e-b5fb-83057f28399e&amp;bookmarkUsage=1&amp;ctid=6e4834a8-2843-4eb1-9e72-10d07527b574&amp;fromEntryPoint=export&quot;"/>
    <we:property name="reportState" value="&quot;CONNECTED&quot;"/>
    <we:property name="artifactViewState" value="&quot;live&quot;"/>
    <we:property name="reportEmbeddedTime" value="&quot;2025-12-24T10:57:07.951Z&quot;"/>
    <we:property name="creatorSessionId" value="&quot;8000cff3-01d6-4eba-b40a-98c3590c4637&quot;"/>
    <we:property name="creatorUserId" value="&quot;100320019412465B&quot;"/>
    <we:property name="creatorTenantId" value="&quot;6e4834a8-2843-4eb1-9e72-10d07527b574&quot;"/>
    <we:property name="pageDisplayName" value="&quot;Page 1&quot;"/>
    <we:property name="pageName" value="&quot;ReportSection&quot;"/>
    <we:property name="reportName" value="&quot;Amazon Global Sale Analysis&quot;"/>
    <we:property name="isVisualContainerHeaderHidden" value="false"/>
    <we:property name="isFiltersActionButtonVisible" value="true"/>
    <we:property name="initialStateBookmark" value="&quot;H4sIAAAAAAAAA+1aW2/bNhT+K4Ze+qINul/ylrgpMHS5NC4yDEMwHJFHjhpZ1CSqaxr4v++Qkp3ZteNcHFc1+mJQFHmuH8+F1p3Bs7rM4fYUJmgcGEdC3EyguhnYhmkU3dzZ2fuTw4v3f58enhzTtChlJoraOLgzJFRjlJdZ3UCuKNDkX1emAXl+DmP1lEJeo2mUWNWigDz7iu1ieiWrBqemgV/KXFSgSI4kSFRkP9Nyeibe9q8ucQQms884Qibb2QssRSVnz6ZRtyMt0uI7RUwzHIpCQlYQYTXHfIw9y/Wt2I9iztEOQTNOs1x2S5Lb4y9lRfqQlrelssOQpBuLKmOQG1ruCuu6YzIUeTPRo+OF+ZFoKoYXmOpXhczkLVE6q7jiMiX1zytBxtGzfyJUeu5a/DuskLhx48CaXtFMnRXjvDPdvU4fW7nqPGNYKcckn0htLf0EyTFqMEbSWW0iPcqWV4b1va6Lo8uZ4R3TeFeJid7WQUMQh2UNTKOVgaQ0jT+usUK9g4zNs5n9f1syS90teYTB2gfNe7WtiOsl5I3GHRH9PZOtsnftNC1841i2+0YtvZrSz3SqN3GQsMIkE8G10VB7fjW9I6gzpgi2lGrMZ1D7hlwtCSxypH030us2ENenpSOtFG5xT2p/+h/A5wpvFXXKMqbhMT/lcYBx6rihDRi7cbjxXBzyz1AwAuvyoTgcjyscwwwIx1s/MR8aaBeo+XdN0TnCesYhYlDxhSNEG4RienSrdX2bVTM/09k47oueLU4s9DwnIrdBGvkYORycoMduG0GO9b77bI2SrcOSwA9c5sVpaDEv9ZPQjzfnn+/osCb5pct+yxj0l/1mT82dZcwTqlRQrsiZ5majnSDUTYUvE2AomkIORDqYWWcAVLtQ6TOgFYO14m1ENhdFI4fXUMnn4nuX6qk8uDJVzTGzrWQ1Z9mmK+B+EqV2GNs88a3Q5T6LenyMaJhmct8D3zotu1QVRnYaBpjYLsbM8TAKoMcuG11n5eCtaksW9XH2zWsPKNo6LmSujRDaruV7GCYhSyDua8v0iPD/wxQ5OTWt1BizG+StWEMxScRTcoPdn9pnV3lioamJUgTwXEoRTkS4xSQJdF580OzZhNLcooEVLUaZJuCh5VOT5FoehbGYffdTMMLxBItn1kE/zEEoM3xRRbT/qL/HQQf8wOLUGsbo2k4AMYTxI0L2R1GekokfdydUN8k/DZIKy8YezV7Q+MNs8KLbpdkFysvvjoZNLcWECljNmt51IqQZ5txQvM52Bqn1Uq4vo0zlI915TWcWctRJ7+M93ZKttfCQ5LiexBxS3TXYawTMZan6GDa31yy0VUOvQ+dDYN9N7PwGqPp0uRGEUcrtMAQ7slhqucnm+9D9j6A05A2TTw6gr1CJ7nsAXTR1T+LnklD7HT5zigzkb34E1c8g+iRctDGU8ShxLB98C3wP0tT1vM0tU/+Bs7tb7g2n7SeCXxvB3Lb8lPOYJaFnUTkQMmdzFfDaqLjAsdrVz+i7rZ5/AmXdW7Q+td9n6t+ULWJ1joCu27fSxE+CKLaswItC6vkTW1F5+jWXJrfqYxLRyLoEhudQ4IrvHQhkUHDl2sd95WAqWbKumnlgg/pSaP5VxHT6Hym91z60JAAA&quot;"/>
    <we:property name="bookmark" value="&quot;H4sIAAAAAAAAA+1aW2/bNhT+K4Ze+uINul/y1rgpMGBt07jIMAx5OCSPHDWyqElU1izwf98hJaWzG8dx6jiqUT8YFEmf68dzoXVriawuc7h5D3O0jqxjKa/mUF2NHGtsFe0cOOBFAjBMHT90Xc7oi1ZlqTJZ1NbRraWgmqE6z+oGck2IJv+6GFuQ56cw008p5DWOrRKrWhaQZ/9iu5mWVNXgYmzhlzKXFWiSUwUKNdlr2k7PJILzq0ccgavsGqfIVTt7hqWsVP88tup2ZERaXtPEDMOJLBRkBRHWczzAxLe9wE6COBECnQgM4zTLVbeF3Zx8KSvSh7S8KbU5JiTdTFYZh9wycldY1x2TicybuRmdLM1PZVNxPMPULBUqUzdE6UMlNJcFqX9aSTKOmf0ToTJzl/KfSYXETVhH9uKCZuqsmOWd6b7q9KmVq84zjpV2DPtMahvp50iO0QMBCowSZcsow3ZdCrOMRsdb6/eM9G5pn0PeaLKvjqHO+CuSiD4X2sh5b9RvyNWKzKKmRsqp2beBuMFFR1qr3HqYjPH5f640m2vDbof2JX407/MgFUmISep6kQOYeEm0EQGvxTUUnNyy6v7Xs1mFM+ghd7JzbHxsoN2g5982RecI+wlw4VCJJbDQD6RmenxjdH2TVb2f3fGKyC+oZ4sTG33fjcltkMYBxq4ANxyw26aQY33oPlujZOswFgahx/0kjWzupwGLgmRzpH1BhzXsly7Or2IwWPWbsxjvLTe8o9SM6p7sMN5stHcIdVPh9wkwkU2hRjId9dYZAWVpSvIj2jFaK95GZAtZNGpyCZV6Kr73qZ7Og/emqjvM7CpZ3bFs0xWIgMWpEyWOYIEdeSLg8YCPEQ3TTB164FunZZeqothJoxCZ42HCXR/jEAbssullVo7e6AJ8WR/30Lz2gKKt4yLuOQiR49mBjxGLOINkqM3BI8L/D1Pk5NSeUQvIr1C0Yk3knMltcoMznNpnX3liqamJUwTwPUoRbky4RcZCkxcfNHs2pzS3bGBNi1OmCUVkB9QkebZPYSzhL34KpjibY/HEOuiHOQhlht9VER0+6r/ioAN+aAtqDRP0HDeEBKLkESH7kyzfk4nbPXrLeX/tRBZ9W8m52dzdj9UN+7tBUmHV2NN+gcYf+8FDlKQmsaLe2Gpdb2sT9hcoj7VV+2Aor1a1Ta3knApYw5rWOhHSDHNhaV4f9gap9VKuL6PG2kem81r0FnL1SX+sJf+4RN0YGEMWIuul/21F1i2umB5tayM8sBzXk7iDVHcN9hwBc1WqIYbN3TULbdUw6ND5ENj3Ezu/Aao5XV4MUZwKJ4rAiW2e2h7bfB96+BGUhqLhausA+gyV6KEH0GVTDyR+rgh12OEzp8hA/hbHUP0Molvhoo2hXMTMtQMIbAh8SFPP9ze3TMMHzv5uuTectp8Ifm4EC8cOUiESziLfpnIg4u7mKuC5UXGGM/2rYUbfXfX8cyjrwaJ1236f639TdojVOwR03b6dsoCFcWLboR9H1PMzR1PZ/prLkLvvtQnZqLoEjqdQ4D3vOxDIoBDatVu85bBY/AdlfeEhdSMAAA==&quot;"/>
    <we:property name="datasetId" value="&quot;3e02e2d8-1561-4432-9ead-de896b6f41e8&quot;"/>
    <we:property name="embedUrl" value="&quot;/reportEmbed?reportId=58b702e2-085c-4f6c-8dfc-b48dd90006d7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1A829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Sunny Pandey</cp:lastModifiedBy>
  <cp:revision>3</cp:revision>
  <dcterms:created xsi:type="dcterms:W3CDTF">2018-06-07T21:39:02Z</dcterms:created>
  <dcterms:modified xsi:type="dcterms:W3CDTF">2025-12-24T10:58:53Z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